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Source Code Pro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4342B3-E37C-439C-9BCE-B41CC810C0C6}">
  <a:tblStyle styleId="{4C4342B3-E37C-439C-9BCE-B41CC810C0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.fntdata"/><Relationship Id="rId22" Type="http://schemas.openxmlformats.org/officeDocument/2006/relationships/font" Target="fonts/SourceCodePro-boldItalic.fntdata"/><Relationship Id="rId21" Type="http://schemas.openxmlformats.org/officeDocument/2006/relationships/font" Target="fonts/SourceCodePro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SourceCodePro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277fc98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277fc98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2b04581e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2b04581e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8f7a2ed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8f7a2ed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277fc986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277fc986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8fd64b0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8fd64b0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8fd64b0a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8fd64b0a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85a0790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585a0790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36827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Science Workshop Week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271800" y="210775"/>
            <a:ext cx="2142600" cy="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Timeline</a:t>
            </a:r>
            <a:endParaRPr/>
          </a:p>
        </p:txBody>
      </p:sp>
      <p:graphicFrame>
        <p:nvGraphicFramePr>
          <p:cNvPr id="70" name="Google Shape;70;p14"/>
          <p:cNvGraphicFramePr/>
          <p:nvPr/>
        </p:nvGraphicFramePr>
        <p:xfrm>
          <a:off x="323575" y="92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{4C4342B3-E37C-439C-9BCE-B41CC810C0C6}</a:tableStyleId>
              </a:tblPr>
              <a:tblGrid>
                <a:gridCol w="3106775"/>
                <a:gridCol w="3067800"/>
              </a:tblGrid>
              <a:tr h="71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TB1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Python Fundamentals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71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TB2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Data Science Workshop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4294967295" type="title"/>
          </p:nvPr>
        </p:nvSpPr>
        <p:spPr>
          <a:xfrm>
            <a:off x="540300" y="326800"/>
            <a:ext cx="4411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you learned so far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540300" y="1060300"/>
            <a:ext cx="5166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-GB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Variables, Data types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-GB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Arithmetic, Comparisons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-GB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Loops, Conditionals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-GB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Lists, Dictionaries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-GB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Functions, Exceptions, File I/O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Teaching Structure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367700" y="1707650"/>
            <a:ext cx="5647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-GB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Every session is 2 hours on Wednesdays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-GB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 Topics per session, 25 mins each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-GB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 min break between topics 2 and 3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AutoNum type="arabicPeriod"/>
            </a:pPr>
            <a:r>
              <a:rPr lang="en-GB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Each topic = approx 10 min guide + 15 min practice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220275" y="489475"/>
            <a:ext cx="39516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Topic 1</a:t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4572000" y="489475"/>
            <a:ext cx="3133200" cy="716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Topic 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339000" y="2308850"/>
            <a:ext cx="39516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Topic 2</a:t>
            </a:r>
            <a:endParaRPr/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4572000" y="2308850"/>
            <a:ext cx="3133200" cy="716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Topic 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39000" y="1340575"/>
            <a:ext cx="3616800" cy="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20"/>
              <a:t>Introduction to Pandas</a:t>
            </a:r>
            <a:endParaRPr sz="1820"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339000" y="3024950"/>
            <a:ext cx="2733600" cy="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20"/>
              <a:t>Data Querying</a:t>
            </a:r>
            <a:endParaRPr sz="1820"/>
          </a:p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4572000" y="1340575"/>
            <a:ext cx="2733600" cy="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20">
                <a:solidFill>
                  <a:schemeClr val="dk1"/>
                </a:solidFill>
              </a:rPr>
              <a:t>Data Manipulating</a:t>
            </a:r>
            <a:endParaRPr sz="1820">
              <a:solidFill>
                <a:schemeClr val="dk1"/>
              </a:solidFill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4572000" y="3024950"/>
            <a:ext cx="2733600" cy="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4395"/>
              <a:buNone/>
            </a:pPr>
            <a:r>
              <a:rPr lang="en-GB" sz="1820">
                <a:solidFill>
                  <a:schemeClr val="dk1"/>
                </a:solidFill>
              </a:rPr>
              <a:t>Working with multiple tables</a:t>
            </a:r>
            <a:endParaRPr sz="182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544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Pandas and why should we learn it?</a:t>
            </a:r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1693700"/>
            <a:ext cx="86910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>
                <a:solidFill>
                  <a:schemeClr val="dk1"/>
                </a:solidFill>
              </a:rPr>
              <a:t>Pandas is a module</a:t>
            </a:r>
            <a:endParaRPr>
              <a:solidFill>
                <a:schemeClr val="dk1"/>
              </a:solidFill>
            </a:endParaRPr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>
                <a:solidFill>
                  <a:schemeClr val="dk1"/>
                </a:solidFill>
              </a:rPr>
              <a:t>Lets us represent data in terms of series and dataframes, which are similar to excel tables</a:t>
            </a:r>
            <a:endParaRPr>
              <a:solidFill>
                <a:schemeClr val="dk1"/>
              </a:solidFill>
            </a:endParaRPr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>
                <a:solidFill>
                  <a:schemeClr val="dk1"/>
                </a:solidFill>
              </a:rPr>
              <a:t>Provides functions to query and manipulate these structures</a:t>
            </a:r>
            <a:endParaRPr>
              <a:solidFill>
                <a:schemeClr val="dk1"/>
              </a:solidFill>
            </a:endParaRPr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>
                <a:solidFill>
                  <a:schemeClr val="dk1"/>
                </a:solidFill>
              </a:rPr>
              <a:t>Compatible to modern ML frameworks in Python (scikit-learn, tensorflow, etc)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35440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Pandas and why should we learn it?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5012400" y="1537975"/>
            <a:ext cx="4092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AutoNum type="arabicPeriod"/>
            </a:pPr>
            <a:r>
              <a:rPr lang="en-GB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 Querying: understanding the data &amp; select features / rows that are relevant (usually in SQL)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AutoNum type="arabicPeriod"/>
            </a:pPr>
            <a:r>
              <a:rPr lang="en-GB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 Cleaning: dealing with errors, inconsistencies and missing values (Pandas)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Source Code Pro"/>
              <a:buAutoNum type="arabicPeriod"/>
            </a:pPr>
            <a:r>
              <a:rPr lang="en-GB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Feature Engineering: transforming the structure of the data for compatibility and performance (Pandas)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Knowing Pandas alone gets you 40% of the workflow!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07" name="Google Shape;107;p1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75" y="1732000"/>
            <a:ext cx="4823274" cy="2982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idx="4294967295" type="title"/>
          </p:nvPr>
        </p:nvSpPr>
        <p:spPr>
          <a:xfrm>
            <a:off x="2751750" y="378475"/>
            <a:ext cx="3640500" cy="9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88"/>
              <a:t>Let’s get practical</a:t>
            </a:r>
            <a:r>
              <a:rPr lang="en-GB"/>
              <a:t> </a:t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1775100" y="1498075"/>
            <a:ext cx="5593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Github Link: https://github.com/christophersoo/bdss-ws2526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